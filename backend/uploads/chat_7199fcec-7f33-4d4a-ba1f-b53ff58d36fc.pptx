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mp3" ContentType="audio/mpe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64" r:id="rId4"/>
    <p:sldId id="259" r:id="rId5"/>
    <p:sldId id="265" r:id="rId6"/>
    <p:sldId id="257" r:id="rId7"/>
    <p:sldId id="258" r:id="rId8"/>
    <p:sldId id="262" r:id="rId9"/>
    <p:sldId id="261" r:id="rId10"/>
  </p:sldIdLst>
  <p:sldSz cx="9144000" cy="6858000" type="screen4x3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0BF0A5-F2FA-BF87-C4AB-C3949598DC16}" v="118" dt="2025-12-30T13:00:24.130"/>
    <p1510:client id="{B57B4CDE-A9C7-CED1-193B-CF5641025C50}" v="889" dt="2025-12-30T12:55:02.1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944" y="-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28" name="Zástupný symbol pro datum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5BD68-909D-4743-AE38-7C345271491C}" type="datetimeFigureOut">
              <a:rPr lang="sk-SK" smtClean="0"/>
              <a:pPr/>
              <a:t>30. 12. 2025</a:t>
            </a:fld>
            <a:endParaRPr lang="sk-SK"/>
          </a:p>
        </p:txBody>
      </p:sp>
      <p:sp>
        <p:nvSpPr>
          <p:cNvPr id="17" name="Zástupný symbol pro zápatí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29" name="Zástupný symbol pro číslo snímku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D24EF-8D67-4C95-84BE-F967321B6D2E}" type="slidenum">
              <a:rPr lang="sk-SK" smtClean="0"/>
              <a:pPr/>
              <a:t>‹#›</a:t>
            </a:fld>
            <a:endParaRPr lang="sk-SK"/>
          </a:p>
        </p:txBody>
      </p:sp>
      <p:sp>
        <p:nvSpPr>
          <p:cNvPr id="9" name="Podnadpis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cs-CZ"/>
              <a:t>Klepnutím lze upravit styl předlohy podnadpisů.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5BD68-909D-4743-AE38-7C345271491C}" type="datetimeFigureOut">
              <a:rPr lang="sk-SK" smtClean="0"/>
              <a:pPr/>
              <a:t>30. 12. 2025</a:t>
            </a:fld>
            <a:endParaRPr lang="sk-SK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D24EF-8D67-4C95-84BE-F967321B6D2E}" type="slidenum">
              <a:rPr lang="sk-SK" smtClean="0"/>
              <a:pPr/>
              <a:t>‹#›</a:t>
            </a:fld>
            <a:endParaRPr lang="sk-SK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5BD68-909D-4743-AE38-7C345271491C}" type="datetimeFigureOut">
              <a:rPr lang="sk-SK" smtClean="0"/>
              <a:pPr/>
              <a:t>30. 12. 2025</a:t>
            </a:fld>
            <a:endParaRPr lang="sk-SK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272D24EF-8D67-4C95-84BE-F967321B6D2E}" type="slidenum">
              <a:rPr lang="sk-SK" smtClean="0"/>
              <a:pPr/>
              <a:t>‹#›</a:t>
            </a:fld>
            <a:endParaRPr lang="sk-SK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5BD68-909D-4743-AE38-7C345271491C}" type="datetimeFigureOut">
              <a:rPr lang="sk-SK" smtClean="0"/>
              <a:pPr/>
              <a:t>30. 12. 2025</a:t>
            </a:fld>
            <a:endParaRPr lang="sk-SK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D24EF-8D67-4C95-84BE-F967321B6D2E}" type="slidenum">
              <a:rPr lang="sk-SK" smtClean="0"/>
              <a:pPr/>
              <a:t>‹#›</a:t>
            </a:fld>
            <a:endParaRPr lang="sk-SK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5BD68-909D-4743-AE38-7C345271491C}" type="datetimeFigureOut">
              <a:rPr lang="sk-SK" smtClean="0"/>
              <a:pPr/>
              <a:t>30. 12. 2025</a:t>
            </a:fld>
            <a:endParaRPr lang="sk-SK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D24EF-8D67-4C95-84BE-F967321B6D2E}" type="slidenum">
              <a:rPr lang="sk-SK" smtClean="0"/>
              <a:pPr/>
              <a:t>‹#›</a:t>
            </a:fld>
            <a:endParaRPr lang="sk-SK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5BD68-909D-4743-AE38-7C345271491C}" type="datetimeFigureOut">
              <a:rPr lang="sk-SK" smtClean="0"/>
              <a:pPr/>
              <a:t>30. 12. 2025</a:t>
            </a:fld>
            <a:endParaRPr lang="sk-SK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D24EF-8D67-4C95-84BE-F967321B6D2E}" type="slidenum">
              <a:rPr lang="sk-SK" smtClean="0"/>
              <a:pPr/>
              <a:t>‹#›</a:t>
            </a:fld>
            <a:endParaRPr lang="sk-SK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5BD68-909D-4743-AE38-7C345271491C}" type="datetimeFigureOut">
              <a:rPr lang="sk-SK" smtClean="0"/>
              <a:pPr/>
              <a:t>30. 12. 2025</a:t>
            </a:fld>
            <a:endParaRPr lang="sk-SK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D24EF-8D67-4C95-84BE-F967321B6D2E}" type="slidenum">
              <a:rPr lang="sk-SK" smtClean="0"/>
              <a:pPr/>
              <a:t>‹#›</a:t>
            </a:fld>
            <a:endParaRPr lang="sk-SK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5BD68-909D-4743-AE38-7C345271491C}" type="datetimeFigureOut">
              <a:rPr lang="sk-SK" smtClean="0"/>
              <a:pPr/>
              <a:t>30. 12. 2025</a:t>
            </a:fld>
            <a:endParaRPr lang="sk-SK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D24EF-8D67-4C95-84BE-F967321B6D2E}" type="slidenum">
              <a:rPr lang="sk-SK" smtClean="0"/>
              <a:pPr/>
              <a:t>‹#›</a:t>
            </a:fld>
            <a:endParaRPr lang="sk-SK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cs-CZ">
                <a:solidFill>
                  <a:schemeClr val="lt1"/>
                </a:solidFill>
                <a:latin typeface="+mn-lt"/>
                <a:ea typeface="+mn-ea"/>
                <a:cs typeface="+mn-cs"/>
              </a:rPr>
              <a:t>Klepnutím na ikonu přidáte obrázek.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5BD68-909D-4743-AE38-7C345271491C}" type="datetimeFigureOut">
              <a:rPr lang="sk-SK" smtClean="0"/>
              <a:pPr/>
              <a:t>30. 12. 2025</a:t>
            </a:fld>
            <a:endParaRPr lang="sk-SK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D24EF-8D67-4C95-84BE-F967321B6D2E}" type="slidenum">
              <a:rPr lang="sk-SK" smtClean="0"/>
              <a:pPr/>
              <a:t>‹#›</a:t>
            </a:fld>
            <a:endParaRPr lang="sk-SK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5BD68-909D-4743-AE38-7C345271491C}" type="datetimeFigureOut">
              <a:rPr lang="sk-SK" smtClean="0"/>
              <a:pPr/>
              <a:t>30. 12. 2025</a:t>
            </a:fld>
            <a:endParaRPr lang="sk-SK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D24EF-8D67-4C95-84BE-F967321B6D2E}" type="slidenum">
              <a:rPr lang="sk-SK" smtClean="0"/>
              <a:pPr/>
              <a:t>‹#›</a:t>
            </a:fld>
            <a:endParaRPr lang="sk-SK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5BD68-909D-4743-AE38-7C345271491C}" type="datetimeFigureOut">
              <a:rPr lang="sk-SK" smtClean="0"/>
              <a:pPr/>
              <a:t>30. 12. 2025</a:t>
            </a:fld>
            <a:endParaRPr lang="sk-SK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D24EF-8D67-4C95-84BE-F967321B6D2E}" type="slidenum">
              <a:rPr lang="sk-SK" smtClean="0"/>
              <a:pPr/>
              <a:t>‹#›</a:t>
            </a:fld>
            <a:endParaRPr lang="sk-SK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Zástupný symbol pro nadpis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13" name="Zástupný symbol pro text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cs-CZ"/>
              <a:t>Klepnutím lze upravit styly předlohy textu.</a:t>
            </a:r>
          </a:p>
          <a:p>
            <a:pPr lvl="1" eaLnBrk="1" latinLnBrk="0" hangingPunct="1"/>
            <a:r>
              <a:rPr kumimoji="0" lang="cs-CZ"/>
              <a:t>Druhá úroveň</a:t>
            </a:r>
          </a:p>
          <a:p>
            <a:pPr lvl="2" eaLnBrk="1" latinLnBrk="0" hangingPunct="1"/>
            <a:r>
              <a:rPr kumimoji="0" lang="cs-CZ"/>
              <a:t>Třetí úroveň</a:t>
            </a:r>
          </a:p>
          <a:p>
            <a:pPr lvl="3" eaLnBrk="1" latinLnBrk="0" hangingPunct="1"/>
            <a:r>
              <a:rPr kumimoji="0" lang="cs-CZ"/>
              <a:t>Čtvrtá úroveň</a:t>
            </a:r>
          </a:p>
          <a:p>
            <a:pPr lvl="4" eaLnBrk="1" latinLnBrk="0" hangingPunct="1"/>
            <a:r>
              <a:rPr kumimoji="0" lang="cs-CZ"/>
              <a:t>Pátá úroveň</a:t>
            </a:r>
            <a:endParaRPr kumimoji="0" lang="en-US"/>
          </a:p>
        </p:txBody>
      </p:sp>
      <p:sp>
        <p:nvSpPr>
          <p:cNvPr id="14" name="Zástupný symbol pro datum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5705BD68-909D-4743-AE38-7C345271491C}" type="datetimeFigureOut">
              <a:rPr lang="sk-SK" smtClean="0"/>
              <a:pPr/>
              <a:t>30. 12. 2025</a:t>
            </a:fld>
            <a:endParaRPr lang="sk-SK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23" name="Zástupný symbol pro číslo snímku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272D24EF-8D67-4C95-84BE-F967321B6D2E}" type="slidenum">
              <a:rPr lang="sk-SK" smtClean="0"/>
              <a:pPr/>
              <a:t>‹#›</a:t>
            </a:fld>
            <a:endParaRPr lang="sk-SK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hyperlink" Target="https://www.youtube.com/watch?v=ZSSmZtdGwOU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media" Target="../media/media1.mp3"/><Relationship Id="rId2" Type="http://schemas.openxmlformats.org/officeDocument/2006/relationships/slideLayout" Target="../slideLayouts/slideLayout7.xml"/><Relationship Id="rId1" Type="http://schemas.openxmlformats.org/officeDocument/2006/relationships/video" Target="NULL" TargetMode="External"/><Relationship Id="rId6" Type="http://schemas.openxmlformats.org/officeDocument/2006/relationships/image" Target="../media/image13.png"/><Relationship Id="rId5" Type="http://schemas.openxmlformats.org/officeDocument/2006/relationships/slide" Target="slide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1">
            <a:extLst>
              <a:ext uri="{FF2B5EF4-FFF2-40B4-BE49-F238E27FC236}">
                <a16:creationId xmlns:a16="http://schemas.microsoft.com/office/drawing/2014/main" xmlns="" id="{B4B79544-5C02-A09B-2D42-D5151B3FD94C}"/>
              </a:ext>
            </a:extLst>
          </p:cNvPr>
          <p:cNvSpPr txBox="1">
            <a:spLocks/>
          </p:cNvSpPr>
          <p:nvPr/>
        </p:nvSpPr>
        <p:spPr>
          <a:xfrm>
            <a:off x="317690" y="328197"/>
            <a:ext cx="8229600" cy="99407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100" b="1" kern="1200" cap="none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sk-SK" sz="4400" dirty="0">
                <a:gradFill>
                  <a:gsLst>
                    <a:gs pos="0">
                      <a:srgbClr val="CEB966">
                        <a:tint val="73000"/>
                        <a:satMod val="145000"/>
                      </a:srgbClr>
                    </a:gs>
                    <a:gs pos="73000">
                      <a:srgbClr val="CEB966">
                        <a:tint val="73000"/>
                        <a:satMod val="145000"/>
                      </a:srgbClr>
                    </a:gs>
                    <a:gs pos="100000">
                      <a:srgbClr val="CEB966">
                        <a:tint val="83000"/>
                        <a:satMod val="143000"/>
                      </a:srgbClr>
                    </a:gs>
                  </a:gsLst>
                  <a:lin ang="4800000" scaled="1"/>
                </a:gradFill>
                <a:latin typeface="Comic Sans MS"/>
              </a:rPr>
              <a:t>Úvod</a:t>
            </a:r>
            <a:endParaRPr lang="sk-SK" sz="4400" dirty="0">
              <a:latin typeface="Comic Sans M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9D29FB19-1CDF-F4FC-F832-2020264E96CB}"/>
              </a:ext>
            </a:extLst>
          </p:cNvPr>
          <p:cNvSpPr txBox="1"/>
          <p:nvPr/>
        </p:nvSpPr>
        <p:spPr>
          <a:xfrm>
            <a:off x="3061427" y="2024167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Mária Šimková II.MŠA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FEFB2EF-E246-A374-713C-7BE786C59483}"/>
              </a:ext>
            </a:extLst>
          </p:cNvPr>
          <p:cNvSpPr txBox="1"/>
          <p:nvPr/>
        </p:nvSpPr>
        <p:spPr>
          <a:xfrm>
            <a:off x="2245717" y="2648536"/>
            <a:ext cx="43846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 err="1"/>
              <a:t>Vzdelávacia</a:t>
            </a:r>
            <a:r>
              <a:rPr lang="en-US" dirty="0"/>
              <a:t> </a:t>
            </a:r>
            <a:r>
              <a:rPr lang="en-US" dirty="0" err="1"/>
              <a:t>oblasť</a:t>
            </a:r>
            <a:r>
              <a:rPr lang="en-US" dirty="0"/>
              <a:t>: </a:t>
            </a:r>
            <a:r>
              <a:rPr lang="en-US" dirty="0" err="1"/>
              <a:t>Človek</a:t>
            </a:r>
            <a:r>
              <a:rPr lang="en-US" dirty="0"/>
              <a:t> a </a:t>
            </a:r>
            <a:r>
              <a:rPr lang="en-US" dirty="0" err="1"/>
              <a:t>príroda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EB198A4-C1D6-49C5-6311-1BA01EFF3986}"/>
              </a:ext>
            </a:extLst>
          </p:cNvPr>
          <p:cNvSpPr txBox="1"/>
          <p:nvPr/>
        </p:nvSpPr>
        <p:spPr>
          <a:xfrm>
            <a:off x="2094660" y="3303118"/>
            <a:ext cx="467673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 err="1"/>
              <a:t>Vzdelávacia</a:t>
            </a:r>
            <a:r>
              <a:rPr lang="en-US" dirty="0"/>
              <a:t> </a:t>
            </a:r>
            <a:r>
              <a:rPr lang="en-US" dirty="0" err="1"/>
              <a:t>podoblasť</a:t>
            </a:r>
            <a:r>
              <a:rPr lang="en-US" dirty="0"/>
              <a:t>: </a:t>
            </a:r>
            <a:r>
              <a:rPr lang="en-US" dirty="0" err="1"/>
              <a:t>Človek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04E50299-67CA-C994-6300-6EB0EB5F582F}"/>
              </a:ext>
            </a:extLst>
          </p:cNvPr>
          <p:cNvSpPr txBox="1"/>
          <p:nvPr/>
        </p:nvSpPr>
        <p:spPr>
          <a:xfrm>
            <a:off x="2094659" y="3947628"/>
            <a:ext cx="467673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 err="1"/>
              <a:t>Názov</a:t>
            </a:r>
            <a:r>
              <a:rPr lang="en-US" dirty="0"/>
              <a:t> </a:t>
            </a:r>
            <a:r>
              <a:rPr lang="en-US" dirty="0" err="1"/>
              <a:t>témy</a:t>
            </a:r>
            <a:r>
              <a:rPr lang="en-US" dirty="0"/>
              <a:t>: </a:t>
            </a:r>
            <a:r>
              <a:rPr lang="en-US" dirty="0" err="1"/>
              <a:t>Ľudské</a:t>
            </a:r>
            <a:r>
              <a:rPr lang="en-US" dirty="0"/>
              <a:t> </a:t>
            </a:r>
            <a:r>
              <a:rPr lang="en-US" dirty="0" err="1"/>
              <a:t>telo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6779F69D-B44C-4FB3-B8B4-941480ED151D}"/>
              </a:ext>
            </a:extLst>
          </p:cNvPr>
          <p:cNvSpPr txBox="1"/>
          <p:nvPr/>
        </p:nvSpPr>
        <p:spPr>
          <a:xfrm>
            <a:off x="1168174" y="4682772"/>
            <a:ext cx="653977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 err="1"/>
              <a:t>Názov</a:t>
            </a:r>
            <a:r>
              <a:rPr lang="en-US" dirty="0"/>
              <a:t> </a:t>
            </a:r>
            <a:r>
              <a:rPr lang="en-US" dirty="0" err="1"/>
              <a:t>vdelávacej</a:t>
            </a:r>
            <a:r>
              <a:rPr lang="en-US" dirty="0"/>
              <a:t> </a:t>
            </a:r>
            <a:r>
              <a:rPr lang="en-US" dirty="0" err="1"/>
              <a:t>aktivity</a:t>
            </a:r>
            <a:r>
              <a:rPr lang="en-US" dirty="0"/>
              <a:t>: </a:t>
            </a:r>
            <a:r>
              <a:rPr lang="en-US" dirty="0" err="1"/>
              <a:t>Spoznaj</a:t>
            </a:r>
            <a:r>
              <a:rPr lang="en-US" dirty="0"/>
              <a:t> </a:t>
            </a:r>
            <a:r>
              <a:rPr lang="en-US" dirty="0" err="1"/>
              <a:t>samého</a:t>
            </a:r>
            <a:r>
              <a:rPr lang="en-US" dirty="0"/>
              <a:t> </a:t>
            </a:r>
            <a:r>
              <a:rPr lang="en-US" dirty="0" err="1"/>
              <a:t>seba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1">
            <a:extLst>
              <a:ext uri="{FF2B5EF4-FFF2-40B4-BE49-F238E27FC236}">
                <a16:creationId xmlns:a16="http://schemas.microsoft.com/office/drawing/2014/main" xmlns="" id="{E592BB75-DEC9-26E7-A3C1-59D6227B7555}"/>
              </a:ext>
            </a:extLst>
          </p:cNvPr>
          <p:cNvSpPr txBox="1">
            <a:spLocks/>
          </p:cNvSpPr>
          <p:nvPr/>
        </p:nvSpPr>
        <p:spPr>
          <a:xfrm>
            <a:off x="289234" y="375624"/>
            <a:ext cx="8229600" cy="99407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100" b="1" kern="1200" cap="none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sk-SK" sz="4400" dirty="0">
                <a:gradFill>
                  <a:gsLst>
                    <a:gs pos="0">
                      <a:srgbClr val="CEB966">
                        <a:tint val="73000"/>
                        <a:satMod val="145000"/>
                      </a:srgbClr>
                    </a:gs>
                    <a:gs pos="73000">
                      <a:srgbClr val="CEB966">
                        <a:tint val="73000"/>
                        <a:satMod val="145000"/>
                      </a:srgbClr>
                    </a:gs>
                    <a:gs pos="100000">
                      <a:srgbClr val="CEB966">
                        <a:tint val="83000"/>
                        <a:satMod val="143000"/>
                      </a:srgbClr>
                    </a:gs>
                  </a:gsLst>
                  <a:lin ang="4800000" scaled="1"/>
                </a:gradFill>
                <a:latin typeface="Comic Sans MS"/>
              </a:rPr>
              <a:t>Motivácia</a:t>
            </a:r>
            <a:endParaRPr lang="sk-SK" sz="4400" dirty="0">
              <a:latin typeface="Comic Sans MS"/>
            </a:endParaRPr>
          </a:p>
        </p:txBody>
      </p:sp>
      <p:pic>
        <p:nvPicPr>
          <p:cNvPr id="2" name="Picture 1" descr="Části těla - demonstrační obrázky – Mgr. Kateřina Konvalinová">
            <a:extLst>
              <a:ext uri="{FF2B5EF4-FFF2-40B4-BE49-F238E27FC236}">
                <a16:creationId xmlns:a16="http://schemas.microsoft.com/office/drawing/2014/main" xmlns="" id="{9E0A525A-4768-81DC-438E-998082E353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8" b="11386"/>
          <a:stretch>
            <a:fillRect/>
          </a:stretch>
        </p:blipFill>
        <p:spPr>
          <a:xfrm>
            <a:off x="1659615" y="1140361"/>
            <a:ext cx="5824781" cy="37206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94FC5B0-FF54-EB89-30C4-DBC6025E7959}"/>
              </a:ext>
            </a:extLst>
          </p:cNvPr>
          <p:cNvSpPr txBox="1"/>
          <p:nvPr/>
        </p:nvSpPr>
        <p:spPr>
          <a:xfrm>
            <a:off x="1218528" y="5100701"/>
            <a:ext cx="6364546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i="1" dirty="0">
                <a:latin typeface="Verdana"/>
                <a:ea typeface="Verdana"/>
                <a:cs typeface="Verdana"/>
              </a:rPr>
              <a:t>Hlava, </a:t>
            </a:r>
            <a:r>
              <a:rPr lang="en-US" i="1" err="1">
                <a:latin typeface="Verdana"/>
                <a:ea typeface="Verdana"/>
                <a:cs typeface="Verdana"/>
              </a:rPr>
              <a:t>ramená</a:t>
            </a:r>
            <a:r>
              <a:rPr lang="en-US" i="1" dirty="0">
                <a:latin typeface="Verdana"/>
                <a:ea typeface="Verdana"/>
                <a:cs typeface="Verdana"/>
              </a:rPr>
              <a:t>, </a:t>
            </a:r>
            <a:r>
              <a:rPr lang="en-US" i="1" err="1">
                <a:latin typeface="Verdana"/>
                <a:ea typeface="Verdana"/>
                <a:cs typeface="Verdana"/>
              </a:rPr>
              <a:t>kolená</a:t>
            </a:r>
            <a:r>
              <a:rPr lang="en-US" i="1" dirty="0">
                <a:latin typeface="Verdana"/>
                <a:ea typeface="Verdana"/>
                <a:cs typeface="Verdana"/>
              </a:rPr>
              <a:t>, </a:t>
            </a:r>
            <a:r>
              <a:rPr lang="en-US" i="1" err="1">
                <a:latin typeface="Verdana"/>
                <a:ea typeface="Verdana"/>
                <a:cs typeface="Verdana"/>
              </a:rPr>
              <a:t>palce</a:t>
            </a:r>
            <a:r>
              <a:rPr lang="en-US" i="1" dirty="0">
                <a:latin typeface="Verdana"/>
                <a:ea typeface="Verdana"/>
                <a:cs typeface="Verdana"/>
              </a:rPr>
              <a:t> (</a:t>
            </a:r>
            <a:r>
              <a:rPr lang="en-US" i="1" err="1">
                <a:latin typeface="Verdana"/>
                <a:ea typeface="Verdana"/>
                <a:cs typeface="Verdana"/>
              </a:rPr>
              <a:t>na</a:t>
            </a:r>
            <a:r>
              <a:rPr lang="en-US" i="1" dirty="0">
                <a:latin typeface="Verdana"/>
                <a:ea typeface="Verdana"/>
                <a:cs typeface="Verdana"/>
              </a:rPr>
              <a:t> </a:t>
            </a:r>
            <a:r>
              <a:rPr lang="en-US" i="1" err="1">
                <a:latin typeface="Verdana"/>
                <a:ea typeface="Verdana"/>
                <a:cs typeface="Verdana"/>
              </a:rPr>
              <a:t>nohách</a:t>
            </a:r>
            <a:r>
              <a:rPr lang="en-US" i="1" dirty="0">
                <a:latin typeface="Verdana"/>
                <a:ea typeface="Verdana"/>
                <a:cs typeface="Verdana"/>
              </a:rPr>
              <a:t>)</a:t>
            </a:r>
            <a:r>
              <a:rPr lang="en-US" dirty="0"/>
              <a:t/>
            </a:r>
            <a:br>
              <a:rPr lang="en-US" dirty="0"/>
            </a:br>
            <a:r>
              <a:rPr lang="en-US" i="1" err="1">
                <a:latin typeface="Verdana"/>
                <a:ea typeface="Verdana"/>
                <a:cs typeface="Verdana"/>
              </a:rPr>
              <a:t>Kolená</a:t>
            </a:r>
            <a:r>
              <a:rPr lang="en-US" i="1" dirty="0">
                <a:latin typeface="Verdana"/>
                <a:ea typeface="Verdana"/>
                <a:cs typeface="Verdana"/>
              </a:rPr>
              <a:t>, </a:t>
            </a:r>
            <a:r>
              <a:rPr lang="en-US" i="1" err="1">
                <a:latin typeface="Verdana"/>
                <a:ea typeface="Verdana"/>
                <a:cs typeface="Verdana"/>
              </a:rPr>
              <a:t>palce</a:t>
            </a:r>
            <a:r>
              <a:rPr lang="en-US" dirty="0"/>
              <a:t/>
            </a:r>
            <a:br>
              <a:rPr lang="en-US" dirty="0"/>
            </a:br>
            <a:r>
              <a:rPr lang="en-US" i="1" err="1">
                <a:latin typeface="Verdana"/>
                <a:ea typeface="Verdana"/>
                <a:cs typeface="Verdana"/>
              </a:rPr>
              <a:t>Kolená</a:t>
            </a:r>
            <a:r>
              <a:rPr lang="en-US" i="1" dirty="0">
                <a:latin typeface="Verdana"/>
                <a:ea typeface="Verdana"/>
                <a:cs typeface="Verdana"/>
              </a:rPr>
              <a:t>, </a:t>
            </a:r>
            <a:r>
              <a:rPr lang="en-US" i="1" err="1">
                <a:latin typeface="Verdana"/>
                <a:ea typeface="Verdana"/>
                <a:cs typeface="Verdana"/>
              </a:rPr>
              <a:t>palce</a:t>
            </a:r>
            <a:r>
              <a:rPr lang="en-US" dirty="0"/>
              <a:t/>
            </a:r>
            <a:br>
              <a:rPr lang="en-US" dirty="0"/>
            </a:br>
            <a:r>
              <a:rPr lang="en-US" i="1" dirty="0">
                <a:latin typeface="Verdana"/>
                <a:ea typeface="Verdana"/>
                <a:cs typeface="Verdana"/>
              </a:rPr>
              <a:t>Hlava, </a:t>
            </a:r>
            <a:r>
              <a:rPr lang="en-US" i="1" err="1">
                <a:latin typeface="Verdana"/>
                <a:ea typeface="Verdana"/>
                <a:cs typeface="Verdana"/>
              </a:rPr>
              <a:t>ramená</a:t>
            </a:r>
            <a:r>
              <a:rPr lang="en-US" i="1" dirty="0">
                <a:latin typeface="Verdana"/>
                <a:ea typeface="Verdana"/>
                <a:cs typeface="Verdana"/>
              </a:rPr>
              <a:t>, </a:t>
            </a:r>
            <a:r>
              <a:rPr lang="en-US" i="1" err="1">
                <a:latin typeface="Verdana"/>
                <a:ea typeface="Verdana"/>
                <a:cs typeface="Verdana"/>
              </a:rPr>
              <a:t>kolená</a:t>
            </a:r>
            <a:r>
              <a:rPr lang="en-US" i="1" dirty="0">
                <a:latin typeface="Verdana"/>
                <a:ea typeface="Verdana"/>
                <a:cs typeface="Verdana"/>
              </a:rPr>
              <a:t>, </a:t>
            </a:r>
            <a:r>
              <a:rPr lang="en-US" i="1" err="1">
                <a:latin typeface="Verdana"/>
                <a:ea typeface="Verdana"/>
                <a:cs typeface="Verdana"/>
              </a:rPr>
              <a:t>palce</a:t>
            </a:r>
            <a:r>
              <a:rPr lang="en-US" dirty="0"/>
              <a:t/>
            </a:r>
            <a:br>
              <a:rPr lang="en-US" dirty="0"/>
            </a:br>
            <a:r>
              <a:rPr lang="en-US" i="1" err="1">
                <a:latin typeface="Verdana"/>
                <a:ea typeface="Verdana"/>
                <a:cs typeface="Verdana"/>
              </a:rPr>
              <a:t>Oči</a:t>
            </a:r>
            <a:r>
              <a:rPr lang="en-US" i="1" dirty="0">
                <a:latin typeface="Verdana"/>
                <a:ea typeface="Verdana"/>
                <a:cs typeface="Verdana"/>
              </a:rPr>
              <a:t>, </a:t>
            </a:r>
            <a:r>
              <a:rPr lang="en-US" i="1" err="1">
                <a:latin typeface="Verdana"/>
                <a:ea typeface="Verdana"/>
                <a:cs typeface="Verdana"/>
              </a:rPr>
              <a:t>uši</a:t>
            </a:r>
            <a:r>
              <a:rPr lang="en-US" i="1" dirty="0">
                <a:latin typeface="Verdana"/>
                <a:ea typeface="Verdana"/>
                <a:cs typeface="Verdana"/>
              </a:rPr>
              <a:t>, </a:t>
            </a:r>
            <a:r>
              <a:rPr lang="en-US" i="1" err="1">
                <a:latin typeface="Verdana"/>
                <a:ea typeface="Verdana"/>
                <a:cs typeface="Verdana"/>
              </a:rPr>
              <a:t>ústa</a:t>
            </a:r>
            <a:r>
              <a:rPr lang="en-US" i="1" dirty="0">
                <a:latin typeface="Verdana"/>
                <a:ea typeface="Verdana"/>
                <a:cs typeface="Verdana"/>
              </a:rPr>
              <a:t>, </a:t>
            </a:r>
            <a:r>
              <a:rPr lang="en-US" i="1" err="1">
                <a:latin typeface="Verdana"/>
                <a:ea typeface="Verdana"/>
                <a:cs typeface="Verdana"/>
              </a:rPr>
              <a:t>nos</a:t>
            </a:r>
            <a:endParaRPr lang="en-US" err="1"/>
          </a:p>
          <a:p>
            <a:pPr algn="ctr"/>
            <a:endParaRPr lang="en-US"/>
          </a:p>
        </p:txBody>
      </p:sp>
      <p:pic>
        <p:nvPicPr>
          <p:cNvPr id="5" name="Picture 4" descr="Nota Musical Music Note PNG Download Free &amp; Premium Transparent">
            <a:extLst>
              <a:ext uri="{FF2B5EF4-FFF2-40B4-BE49-F238E27FC236}">
                <a16:creationId xmlns:a16="http://schemas.microsoft.com/office/drawing/2014/main" xmlns="" id="{0323AD9F-03C8-E3F4-91E5-890D9AFF7FBB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711977" y="3021"/>
            <a:ext cx="1353474" cy="1333333"/>
          </a:xfrm>
          <a:prstGeom prst="rect">
            <a:avLst/>
          </a:prstGeom>
        </p:spPr>
      </p:pic>
      <p:pic>
        <p:nvPicPr>
          <p:cNvPr id="6" name="Picture 5" descr="Nota Musical Music Note PNG Download Free &amp; Premium Transparent">
            <a:extLst>
              <a:ext uri="{FF2B5EF4-FFF2-40B4-BE49-F238E27FC236}">
                <a16:creationId xmlns:a16="http://schemas.microsoft.com/office/drawing/2014/main" xmlns="" id="{7BCBB6BA-0B3E-F6E6-B37C-53B693C9E433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-2220000">
            <a:off x="159114" y="204432"/>
            <a:ext cx="1353474" cy="1333333"/>
          </a:xfrm>
          <a:prstGeom prst="rect">
            <a:avLst/>
          </a:prstGeom>
        </p:spPr>
      </p:pic>
      <p:pic>
        <p:nvPicPr>
          <p:cNvPr id="7" name="Picture 6" descr="Nota Musical Music Note PNG Download Free &amp; Premium Transparent">
            <a:extLst>
              <a:ext uri="{FF2B5EF4-FFF2-40B4-BE49-F238E27FC236}">
                <a16:creationId xmlns:a16="http://schemas.microsoft.com/office/drawing/2014/main" xmlns="" id="{C2A9A138-47F2-0F97-1BF9-3FEA2545B17A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0029" y="2762333"/>
            <a:ext cx="1353474" cy="1333333"/>
          </a:xfrm>
          <a:prstGeom prst="rect">
            <a:avLst/>
          </a:prstGeom>
        </p:spPr>
      </p:pic>
      <p:pic>
        <p:nvPicPr>
          <p:cNvPr id="8" name="Picture 7" descr="Nota Musical Music Note PNG Download Free &amp; Premium Transparent">
            <a:extLst>
              <a:ext uri="{FF2B5EF4-FFF2-40B4-BE49-F238E27FC236}">
                <a16:creationId xmlns:a16="http://schemas.microsoft.com/office/drawing/2014/main" xmlns="" id="{D5D6E5F3-E72C-904E-BB6C-7E73CD8621DB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4620000">
            <a:off x="7581059" y="5612280"/>
            <a:ext cx="1353474" cy="1333333"/>
          </a:xfrm>
          <a:prstGeom prst="rect">
            <a:avLst/>
          </a:prstGeom>
        </p:spPr>
      </p:pic>
      <p:pic>
        <p:nvPicPr>
          <p:cNvPr id="9" name="Picture 8" descr="Nota Musical Music Note PNG Download Free &amp; Premium Transparent">
            <a:extLst>
              <a:ext uri="{FF2B5EF4-FFF2-40B4-BE49-F238E27FC236}">
                <a16:creationId xmlns:a16="http://schemas.microsoft.com/office/drawing/2014/main" xmlns="" id="{75AB2B09-243E-6421-F2EE-634FC4DD5D38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-2220000">
            <a:off x="7711976" y="2631418"/>
            <a:ext cx="1353474" cy="1333333"/>
          </a:xfrm>
          <a:prstGeom prst="rect">
            <a:avLst/>
          </a:prstGeom>
        </p:spPr>
      </p:pic>
      <p:pic>
        <p:nvPicPr>
          <p:cNvPr id="10" name="Picture 9" descr="Nota Musical Music Note PNG Download Free &amp; Premium Transparent">
            <a:extLst>
              <a:ext uri="{FF2B5EF4-FFF2-40B4-BE49-F238E27FC236}">
                <a16:creationId xmlns:a16="http://schemas.microsoft.com/office/drawing/2014/main" xmlns="" id="{3A257CCD-190D-2B13-59E7-FD97D2A112CA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-2220000">
            <a:off x="461227" y="5038263"/>
            <a:ext cx="1353474" cy="13333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1">
            <a:extLst>
              <a:ext uri="{FF2B5EF4-FFF2-40B4-BE49-F238E27FC236}">
                <a16:creationId xmlns:a16="http://schemas.microsoft.com/office/drawing/2014/main" xmlns="" id="{A2CB3AE5-12CB-069A-B1AD-C54B3704ADE9}"/>
              </a:ext>
            </a:extLst>
          </p:cNvPr>
          <p:cNvSpPr txBox="1">
            <a:spLocks/>
          </p:cNvSpPr>
          <p:nvPr/>
        </p:nvSpPr>
        <p:spPr>
          <a:xfrm>
            <a:off x="289234" y="375624"/>
            <a:ext cx="8229600" cy="99407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100" b="1" kern="1200" cap="none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sk-SK" sz="4400" dirty="0">
                <a:gradFill>
                  <a:gsLst>
                    <a:gs pos="0">
                      <a:srgbClr val="CEB966">
                        <a:tint val="73000"/>
                        <a:satMod val="145000"/>
                      </a:srgbClr>
                    </a:gs>
                    <a:gs pos="73000">
                      <a:srgbClr val="CEB966">
                        <a:tint val="73000"/>
                        <a:satMod val="145000"/>
                      </a:srgbClr>
                    </a:gs>
                    <a:gs pos="100000">
                      <a:srgbClr val="CEB966">
                        <a:tint val="83000"/>
                        <a:satMod val="143000"/>
                      </a:srgbClr>
                    </a:gs>
                  </a:gsLst>
                  <a:lin ang="4800000" scaled="1"/>
                </a:gradFill>
                <a:latin typeface="Comic Sans MS"/>
              </a:rPr>
              <a:t>Oboznámenie úlohy</a:t>
            </a:r>
            <a:endParaRPr lang="sk-SK" sz="4400" dirty="0">
              <a:latin typeface="Comic Sans M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09FB930-DF26-D3FB-8C23-51BA306D889E}"/>
              </a:ext>
            </a:extLst>
          </p:cNvPr>
          <p:cNvSpPr txBox="1"/>
          <p:nvPr/>
        </p:nvSpPr>
        <p:spPr>
          <a:xfrm>
            <a:off x="1324916" y="1478377"/>
            <a:ext cx="6816421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err="1">
                <a:solidFill>
                  <a:srgbClr val="FFFFFF"/>
                </a:solidFill>
                <a:latin typeface="Nunito"/>
              </a:rPr>
              <a:t>Zaspievame</a:t>
            </a:r>
            <a:r>
              <a:rPr lang="en-US" sz="2800" dirty="0">
                <a:solidFill>
                  <a:srgbClr val="FFFFFF"/>
                </a:solidFill>
                <a:latin typeface="Nunito"/>
              </a:rPr>
              <a:t> </a:t>
            </a:r>
            <a:r>
              <a:rPr lang="en-US" sz="2800" err="1">
                <a:solidFill>
                  <a:srgbClr val="FFFFFF"/>
                </a:solidFill>
                <a:latin typeface="Nunito"/>
              </a:rPr>
              <a:t>si</a:t>
            </a:r>
            <a:r>
              <a:rPr lang="en-US" sz="2800" dirty="0">
                <a:solidFill>
                  <a:srgbClr val="FFFFFF"/>
                </a:solidFill>
                <a:latin typeface="Nunito"/>
              </a:rPr>
              <a:t> </a:t>
            </a:r>
            <a:r>
              <a:rPr lang="en-US" sz="2800" err="1">
                <a:solidFill>
                  <a:srgbClr val="FFFFFF"/>
                </a:solidFill>
                <a:latin typeface="Nunito"/>
              </a:rPr>
              <a:t>pesničku</a:t>
            </a:r>
            <a:r>
              <a:rPr lang="en-US" sz="2800" dirty="0">
                <a:solidFill>
                  <a:srgbClr val="FFFFFF"/>
                </a:solidFill>
                <a:latin typeface="Nunito"/>
              </a:rPr>
              <a:t> od Mira </a:t>
            </a:r>
            <a:r>
              <a:rPr lang="en-US" sz="2800" err="1">
                <a:solidFill>
                  <a:srgbClr val="FFFFFF"/>
                </a:solidFill>
                <a:latin typeface="Nunito"/>
              </a:rPr>
              <a:t>Jaroša</a:t>
            </a:r>
            <a:r>
              <a:rPr lang="en-US" sz="2800" dirty="0">
                <a:solidFill>
                  <a:srgbClr val="FFFFFF"/>
                </a:solidFill>
                <a:latin typeface="Nunito"/>
              </a:rPr>
              <a:t>.</a:t>
            </a:r>
            <a:endParaRPr lang="en-US" sz="2800">
              <a:latin typeface="Nunito"/>
            </a:endParaRPr>
          </a:p>
          <a:p>
            <a:pPr algn="ctr"/>
            <a:endParaRPr lang="en-US" sz="2800" dirty="0">
              <a:solidFill>
                <a:srgbClr val="FFFFFF"/>
              </a:solidFill>
              <a:latin typeface="Nunito"/>
            </a:endParaRPr>
          </a:p>
          <a:p>
            <a:pPr algn="ctr"/>
            <a:r>
              <a:rPr lang="en-US" sz="2800" err="1">
                <a:solidFill>
                  <a:srgbClr val="FFFFFF"/>
                </a:solidFill>
                <a:latin typeface="Nunito"/>
              </a:rPr>
              <a:t>Zatancujeme</a:t>
            </a:r>
            <a:r>
              <a:rPr lang="en-US" sz="2800" dirty="0">
                <a:solidFill>
                  <a:srgbClr val="FFFFFF"/>
                </a:solidFill>
                <a:latin typeface="Nunito"/>
              </a:rPr>
              <a:t> </a:t>
            </a:r>
            <a:r>
              <a:rPr lang="en-US" sz="2800" err="1">
                <a:solidFill>
                  <a:srgbClr val="FFFFFF"/>
                </a:solidFill>
                <a:latin typeface="Nunito"/>
              </a:rPr>
              <a:t>si</a:t>
            </a:r>
            <a:r>
              <a:rPr lang="en-US" sz="2800" dirty="0">
                <a:solidFill>
                  <a:srgbClr val="FFFFFF"/>
                </a:solidFill>
                <a:latin typeface="Nunito"/>
              </a:rPr>
              <a:t> </a:t>
            </a:r>
            <a:r>
              <a:rPr lang="en-US" sz="2800" err="1">
                <a:solidFill>
                  <a:srgbClr val="FFFFFF"/>
                </a:solidFill>
                <a:latin typeface="Nunito"/>
              </a:rPr>
              <a:t>tanček</a:t>
            </a:r>
            <a:r>
              <a:rPr lang="en-US" sz="2800" dirty="0">
                <a:solidFill>
                  <a:srgbClr val="FFFFFF"/>
                </a:solidFill>
                <a:latin typeface="Nunito"/>
              </a:rPr>
              <a:t> </a:t>
            </a:r>
            <a:r>
              <a:rPr lang="en-US" sz="2800" err="1">
                <a:solidFill>
                  <a:srgbClr val="FFFFFF"/>
                </a:solidFill>
                <a:latin typeface="Nunito"/>
              </a:rPr>
              <a:t>hlava</a:t>
            </a:r>
            <a:r>
              <a:rPr lang="en-US" sz="2800" dirty="0">
                <a:solidFill>
                  <a:srgbClr val="FFFFFF"/>
                </a:solidFill>
                <a:latin typeface="Nunito"/>
              </a:rPr>
              <a:t>, </a:t>
            </a:r>
            <a:r>
              <a:rPr lang="en-US" sz="2800" err="1">
                <a:solidFill>
                  <a:srgbClr val="FFFFFF"/>
                </a:solidFill>
                <a:latin typeface="Nunito"/>
              </a:rPr>
              <a:t>ramená</a:t>
            </a:r>
            <a:r>
              <a:rPr lang="en-US" sz="2800" dirty="0">
                <a:solidFill>
                  <a:srgbClr val="FFFFFF"/>
                </a:solidFill>
                <a:latin typeface="Nunito"/>
              </a:rPr>
              <a:t>, </a:t>
            </a:r>
            <a:r>
              <a:rPr lang="en-US" sz="2800" err="1">
                <a:solidFill>
                  <a:srgbClr val="FFFFFF"/>
                </a:solidFill>
                <a:latin typeface="Nunito"/>
              </a:rPr>
              <a:t>kolená</a:t>
            </a:r>
            <a:r>
              <a:rPr lang="en-US" sz="2800" dirty="0">
                <a:solidFill>
                  <a:srgbClr val="FFFFFF"/>
                </a:solidFill>
                <a:latin typeface="Nunito"/>
              </a:rPr>
              <a:t>, </a:t>
            </a:r>
            <a:r>
              <a:rPr lang="en-US" sz="2800" err="1">
                <a:solidFill>
                  <a:srgbClr val="FFFFFF"/>
                </a:solidFill>
                <a:latin typeface="Nunito"/>
              </a:rPr>
              <a:t>palce</a:t>
            </a:r>
            <a:r>
              <a:rPr lang="en-US" sz="2800" dirty="0">
                <a:solidFill>
                  <a:srgbClr val="FFFFFF"/>
                </a:solidFill>
                <a:latin typeface="Nunito"/>
              </a:rPr>
              <a:t>.</a:t>
            </a:r>
          </a:p>
          <a:p>
            <a:pPr algn="ctr"/>
            <a:endParaRPr lang="en-US" sz="2800" dirty="0">
              <a:solidFill>
                <a:srgbClr val="FFFFFF"/>
              </a:solidFill>
              <a:latin typeface="Nunito"/>
            </a:endParaRPr>
          </a:p>
          <a:p>
            <a:pPr algn="ctr"/>
            <a:r>
              <a:rPr lang="en-US" sz="2800" err="1">
                <a:solidFill>
                  <a:srgbClr val="FFFFFF"/>
                </a:solidFill>
                <a:latin typeface="Nunito"/>
              </a:rPr>
              <a:t>Oboznámime</a:t>
            </a:r>
            <a:r>
              <a:rPr lang="en-US" sz="2800" dirty="0">
                <a:solidFill>
                  <a:srgbClr val="FFFFFF"/>
                </a:solidFill>
                <a:latin typeface="Nunito"/>
              </a:rPr>
              <a:t> </a:t>
            </a:r>
            <a:r>
              <a:rPr lang="en-US" sz="2800" err="1">
                <a:solidFill>
                  <a:srgbClr val="FFFFFF"/>
                </a:solidFill>
                <a:latin typeface="Nunito"/>
              </a:rPr>
              <a:t>sa</a:t>
            </a:r>
            <a:r>
              <a:rPr lang="en-US" sz="2800" dirty="0">
                <a:solidFill>
                  <a:srgbClr val="FFFFFF"/>
                </a:solidFill>
                <a:latin typeface="Nunito"/>
              </a:rPr>
              <a:t> s </a:t>
            </a:r>
            <a:r>
              <a:rPr lang="en-US" sz="2800" err="1">
                <a:solidFill>
                  <a:srgbClr val="FFFFFF"/>
                </a:solidFill>
                <a:latin typeface="Nunito"/>
              </a:rPr>
              <a:t>čaťami</a:t>
            </a:r>
            <a:r>
              <a:rPr lang="en-US" sz="2800" dirty="0">
                <a:solidFill>
                  <a:srgbClr val="FFFFFF"/>
                </a:solidFill>
                <a:latin typeface="Nunito"/>
              </a:rPr>
              <a:t> </a:t>
            </a:r>
            <a:r>
              <a:rPr lang="en-US" sz="2800" err="1">
                <a:solidFill>
                  <a:srgbClr val="FFFFFF"/>
                </a:solidFill>
                <a:latin typeface="Nunito"/>
              </a:rPr>
              <a:t>ľudského</a:t>
            </a:r>
            <a:r>
              <a:rPr lang="en-US" sz="2800" dirty="0">
                <a:solidFill>
                  <a:srgbClr val="FFFFFF"/>
                </a:solidFill>
                <a:latin typeface="Nunito"/>
              </a:rPr>
              <a:t> </a:t>
            </a:r>
            <a:r>
              <a:rPr lang="en-US" sz="2800" err="1">
                <a:solidFill>
                  <a:srgbClr val="FFFFFF"/>
                </a:solidFill>
                <a:latin typeface="Nunito"/>
              </a:rPr>
              <a:t>tela</a:t>
            </a:r>
            <a:r>
              <a:rPr lang="en-US" sz="2800" dirty="0">
                <a:solidFill>
                  <a:srgbClr val="FFFFFF"/>
                </a:solidFill>
                <a:latin typeface="Nunito"/>
              </a:rPr>
              <a:t>.</a:t>
            </a:r>
          </a:p>
          <a:p>
            <a:pPr algn="ctr"/>
            <a:endParaRPr lang="en-US" sz="2800" dirty="0">
              <a:solidFill>
                <a:srgbClr val="FFFFFF"/>
              </a:solidFill>
              <a:latin typeface="Nunito"/>
            </a:endParaRPr>
          </a:p>
          <a:p>
            <a:pPr algn="ctr"/>
            <a:r>
              <a:rPr lang="en-US" sz="2800" err="1">
                <a:solidFill>
                  <a:srgbClr val="FFFFFF"/>
                </a:solidFill>
                <a:latin typeface="Nunito"/>
              </a:rPr>
              <a:t>Zahráme</a:t>
            </a:r>
            <a:r>
              <a:rPr lang="en-US" sz="2800" dirty="0">
                <a:solidFill>
                  <a:srgbClr val="FFFFFF"/>
                </a:solidFill>
                <a:latin typeface="Nunito"/>
              </a:rPr>
              <a:t> </a:t>
            </a:r>
            <a:r>
              <a:rPr lang="en-US" sz="2800" err="1">
                <a:solidFill>
                  <a:srgbClr val="FFFFFF"/>
                </a:solidFill>
                <a:latin typeface="Nunito"/>
              </a:rPr>
              <a:t>si</a:t>
            </a:r>
            <a:r>
              <a:rPr lang="en-US" sz="2800" dirty="0">
                <a:solidFill>
                  <a:srgbClr val="FFFFFF"/>
                </a:solidFill>
                <a:latin typeface="Nunito"/>
              </a:rPr>
              <a:t> </a:t>
            </a:r>
            <a:r>
              <a:rPr lang="en-US" sz="2800" err="1">
                <a:solidFill>
                  <a:srgbClr val="FFFFFF"/>
                </a:solidFill>
                <a:latin typeface="Nunito"/>
              </a:rPr>
              <a:t>hru</a:t>
            </a:r>
            <a:r>
              <a:rPr lang="en-US" sz="2800" dirty="0">
                <a:solidFill>
                  <a:srgbClr val="FFFFFF"/>
                </a:solidFill>
                <a:latin typeface="Nunito"/>
              </a:rPr>
              <a:t> s </a:t>
            </a:r>
            <a:r>
              <a:rPr lang="en-US" sz="2800" err="1">
                <a:solidFill>
                  <a:srgbClr val="FFFFFF"/>
                </a:solidFill>
                <a:latin typeface="Nunito"/>
              </a:rPr>
              <a:t>ľudkými</a:t>
            </a:r>
            <a:r>
              <a:rPr lang="en-US" sz="2800" dirty="0">
                <a:solidFill>
                  <a:srgbClr val="FFFFFF"/>
                </a:solidFill>
                <a:latin typeface="Nunito"/>
              </a:rPr>
              <a:t> </a:t>
            </a:r>
            <a:r>
              <a:rPr lang="en-US" sz="2800" err="1">
                <a:solidFill>
                  <a:srgbClr val="FFFFFF"/>
                </a:solidFill>
                <a:latin typeface="Nunito"/>
              </a:rPr>
              <a:t>zmislami</a:t>
            </a:r>
            <a:r>
              <a:rPr lang="en-US" sz="2800" dirty="0">
                <a:solidFill>
                  <a:srgbClr val="FFFFFF"/>
                </a:solidFill>
                <a:latin typeface="Nunito"/>
              </a:rPr>
              <a:t>.</a:t>
            </a:r>
          </a:p>
          <a:p>
            <a:pPr algn="ctr"/>
            <a:endParaRPr lang="en-US" sz="2800" dirty="0">
              <a:solidFill>
                <a:srgbClr val="FFFFFF"/>
              </a:solidFill>
              <a:latin typeface="Nunito"/>
            </a:endParaRPr>
          </a:p>
          <a:p>
            <a:pPr algn="ctr"/>
            <a:r>
              <a:rPr lang="en-US" sz="2800" err="1">
                <a:solidFill>
                  <a:srgbClr val="FFFFFF"/>
                </a:solidFill>
                <a:latin typeface="Nunito"/>
              </a:rPr>
              <a:t>Zarecitujeme</a:t>
            </a:r>
            <a:r>
              <a:rPr lang="en-US" sz="2800" dirty="0">
                <a:solidFill>
                  <a:srgbClr val="FFFFFF"/>
                </a:solidFill>
                <a:latin typeface="Nunito"/>
              </a:rPr>
              <a:t> </a:t>
            </a:r>
            <a:r>
              <a:rPr lang="en-US" sz="2800" err="1">
                <a:solidFill>
                  <a:srgbClr val="FFFFFF"/>
                </a:solidFill>
                <a:latin typeface="Nunito"/>
              </a:rPr>
              <a:t>si</a:t>
            </a:r>
            <a:r>
              <a:rPr lang="en-US" sz="2800" dirty="0">
                <a:solidFill>
                  <a:srgbClr val="FFFFFF"/>
                </a:solidFill>
                <a:latin typeface="Nunito"/>
              </a:rPr>
              <a:t> </a:t>
            </a:r>
            <a:r>
              <a:rPr lang="en-US" sz="2800" err="1">
                <a:solidFill>
                  <a:srgbClr val="FFFFFF"/>
                </a:solidFill>
                <a:latin typeface="Nunito"/>
              </a:rPr>
              <a:t>básničku</a:t>
            </a:r>
            <a:r>
              <a:rPr lang="en-US" sz="2800" dirty="0">
                <a:solidFill>
                  <a:srgbClr val="FFFFFF"/>
                </a:solidFill>
                <a:latin typeface="Nunito"/>
              </a:rPr>
              <a:t> o </a:t>
            </a:r>
            <a:r>
              <a:rPr lang="en-US" sz="2800" err="1">
                <a:solidFill>
                  <a:srgbClr val="FFFFFF"/>
                </a:solidFill>
                <a:latin typeface="Nunito"/>
              </a:rPr>
              <a:t>ľudských</a:t>
            </a:r>
            <a:r>
              <a:rPr lang="en-US" sz="2800" dirty="0">
                <a:solidFill>
                  <a:srgbClr val="FFFFFF"/>
                </a:solidFill>
                <a:latin typeface="Nunito"/>
              </a:rPr>
              <a:t> </a:t>
            </a:r>
            <a:r>
              <a:rPr lang="en-US" sz="2800" err="1">
                <a:solidFill>
                  <a:srgbClr val="FFFFFF"/>
                </a:solidFill>
                <a:latin typeface="Nunito"/>
              </a:rPr>
              <a:t>zmysloch</a:t>
            </a:r>
            <a:r>
              <a:rPr lang="en-US" sz="2800" dirty="0">
                <a:solidFill>
                  <a:srgbClr val="FFFFFF"/>
                </a:solidFill>
                <a:latin typeface="Nunito"/>
              </a:rPr>
              <a:t>.</a:t>
            </a:r>
          </a:p>
          <a:p>
            <a:pPr algn="ctr"/>
            <a:endParaRPr lang="en-US" sz="2800" dirty="0">
              <a:solidFill>
                <a:srgbClr val="FFFFFF"/>
              </a:solidFill>
            </a:endParaRPr>
          </a:p>
        </p:txBody>
      </p:sp>
      <p:pic>
        <p:nvPicPr>
          <p:cNvPr id="7" name="Picture 6" descr="Googly eyes Clip art - Eye png download - 960*563 - Free Transparent ...">
            <a:extLst>
              <a:ext uri="{FF2B5EF4-FFF2-40B4-BE49-F238E27FC236}">
                <a16:creationId xmlns:a16="http://schemas.microsoft.com/office/drawing/2014/main" xmlns="" id="{D8F32C2F-317D-14C7-ADF4-B3DB4DC92D0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2520000">
            <a:off x="6958705" y="688099"/>
            <a:ext cx="2346422" cy="7184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 descr="Free Mouth Png Transparent, Download Free Mouth Png Transparent png ...">
            <a:extLst>
              <a:ext uri="{FF2B5EF4-FFF2-40B4-BE49-F238E27FC236}">
                <a16:creationId xmlns:a16="http://schemas.microsoft.com/office/drawing/2014/main" xmlns="" id="{C9596862-F898-5E22-8C22-BB16E313D057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0030" y="5535699"/>
            <a:ext cx="1262839" cy="12045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 descr="Hand Gesture Cartoon 11888284 PNG">
            <a:extLst>
              <a:ext uri="{FF2B5EF4-FFF2-40B4-BE49-F238E27FC236}">
                <a16:creationId xmlns:a16="http://schemas.microsoft.com/office/drawing/2014/main" xmlns="" id="{F3BD4692-9910-9884-CE12-2FBDA575424F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8127" y="42590"/>
            <a:ext cx="1534742" cy="20094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 descr="Ear listening graphic clipart design 19806666 PNG">
            <a:extLst>
              <a:ext uri="{FF2B5EF4-FFF2-40B4-BE49-F238E27FC236}">
                <a16:creationId xmlns:a16="http://schemas.microsoft.com/office/drawing/2014/main" xmlns="" id="{DED09392-7BE3-0CE9-6237-543A22D28DFF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772400" y="5461231"/>
            <a:ext cx="1272911" cy="12728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AF290DA-77F1-2AE8-2C0A-3EBC17DE2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1">
            <a:extLst>
              <a:ext uri="{FF2B5EF4-FFF2-40B4-BE49-F238E27FC236}">
                <a16:creationId xmlns:a16="http://schemas.microsoft.com/office/drawing/2014/main" xmlns="" id="{673887B5-4CB0-8291-426D-C35FD181BF63}"/>
              </a:ext>
            </a:extLst>
          </p:cNvPr>
          <p:cNvSpPr txBox="1">
            <a:spLocks/>
          </p:cNvSpPr>
          <p:nvPr/>
        </p:nvSpPr>
        <p:spPr>
          <a:xfrm>
            <a:off x="289234" y="375624"/>
            <a:ext cx="8229600" cy="99407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100" b="1" kern="1200" cap="none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sk-SK" sz="4400" dirty="0">
                <a:gradFill>
                  <a:gsLst>
                    <a:gs pos="0">
                      <a:srgbClr val="CEB966">
                        <a:tint val="73000"/>
                        <a:satMod val="145000"/>
                      </a:srgbClr>
                    </a:gs>
                    <a:gs pos="73000">
                      <a:srgbClr val="CEB966">
                        <a:tint val="73000"/>
                        <a:satMod val="145000"/>
                      </a:srgbClr>
                    </a:gs>
                    <a:gs pos="100000">
                      <a:srgbClr val="CEB966">
                        <a:tint val="83000"/>
                        <a:satMod val="143000"/>
                      </a:srgbClr>
                    </a:gs>
                  </a:gsLst>
                  <a:lin ang="4800000" scaled="1"/>
                </a:gradFill>
                <a:latin typeface="Comic Sans MS"/>
              </a:rPr>
              <a:t>Expozičná časť</a:t>
            </a:r>
            <a:endParaRPr lang="sk-SK" sz="4400" dirty="0">
              <a:latin typeface="Comic Sans M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B16E282A-14E5-12BA-8CEE-2D36B357B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502" y="1543919"/>
            <a:ext cx="6096671" cy="43139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A710828-9C0A-F978-67C7-C62A1AC4920F}"/>
              </a:ext>
            </a:extLst>
          </p:cNvPr>
          <p:cNvSpPr txBox="1"/>
          <p:nvPr/>
        </p:nvSpPr>
        <p:spPr>
          <a:xfrm>
            <a:off x="2034238" y="6057396"/>
            <a:ext cx="6233629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 err="1">
                <a:solidFill>
                  <a:srgbClr val="FFFFFF"/>
                </a:solidFill>
                <a:latin typeface="Nunito"/>
              </a:rPr>
              <a:t>Vyfarbiť</a:t>
            </a:r>
            <a:r>
              <a:rPr lang="en-US" sz="2800" dirty="0">
                <a:solidFill>
                  <a:srgbClr val="FFFFFF"/>
                </a:solidFill>
                <a:latin typeface="Nunito"/>
              </a:rPr>
              <a:t>, </a:t>
            </a:r>
            <a:r>
              <a:rPr lang="en-US" sz="2800" dirty="0" err="1">
                <a:solidFill>
                  <a:srgbClr val="FFFFFF"/>
                </a:solidFill>
                <a:latin typeface="Nunito"/>
              </a:rPr>
              <a:t>vystrihnúť</a:t>
            </a:r>
            <a:r>
              <a:rPr lang="en-US" sz="2800" dirty="0">
                <a:solidFill>
                  <a:srgbClr val="FFFFFF"/>
                </a:solidFill>
                <a:latin typeface="Nunito"/>
              </a:rPr>
              <a:t> a </a:t>
            </a:r>
            <a:r>
              <a:rPr lang="en-US" sz="2800" dirty="0" err="1">
                <a:solidFill>
                  <a:srgbClr val="FFFFFF"/>
                </a:solidFill>
                <a:latin typeface="Nunito"/>
              </a:rPr>
              <a:t>polepiť</a:t>
            </a:r>
            <a:endParaRPr lang="en-US" sz="2800" dirty="0" err="1">
              <a:latin typeface="Nunito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632798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1">
            <a:extLst>
              <a:ext uri="{FF2B5EF4-FFF2-40B4-BE49-F238E27FC236}">
                <a16:creationId xmlns:a16="http://schemas.microsoft.com/office/drawing/2014/main" xmlns="" id="{916089F0-1255-79DB-B93D-563BD6854EAB}"/>
              </a:ext>
            </a:extLst>
          </p:cNvPr>
          <p:cNvSpPr txBox="1">
            <a:spLocks/>
          </p:cNvSpPr>
          <p:nvPr/>
        </p:nvSpPr>
        <p:spPr>
          <a:xfrm>
            <a:off x="289234" y="375624"/>
            <a:ext cx="8229600" cy="99407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100" b="1" kern="1200" cap="none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sk-SK" sz="4400" dirty="0">
                <a:gradFill>
                  <a:gsLst>
                    <a:gs pos="0">
                      <a:srgbClr val="CEB966">
                        <a:tint val="73000"/>
                        <a:satMod val="145000"/>
                      </a:srgbClr>
                    </a:gs>
                    <a:gs pos="73000">
                      <a:srgbClr val="CEB966">
                        <a:tint val="73000"/>
                        <a:satMod val="145000"/>
                      </a:srgbClr>
                    </a:gs>
                    <a:gs pos="100000">
                      <a:srgbClr val="CEB966">
                        <a:tint val="83000"/>
                        <a:satMod val="143000"/>
                      </a:srgbClr>
                    </a:gs>
                  </a:gsLst>
                  <a:lin ang="4800000" scaled="1"/>
                </a:gradFill>
                <a:latin typeface="Comic Sans MS"/>
              </a:rPr>
              <a:t>Básnička a </a:t>
            </a:r>
            <a:r>
              <a:rPr lang="sk-SK" sz="4400" dirty="0" err="1">
                <a:gradFill>
                  <a:gsLst>
                    <a:gs pos="0">
                      <a:srgbClr val="CEB966">
                        <a:tint val="73000"/>
                        <a:satMod val="145000"/>
                      </a:srgbClr>
                    </a:gs>
                    <a:gs pos="73000">
                      <a:srgbClr val="CEB966">
                        <a:tint val="73000"/>
                        <a:satMod val="145000"/>
                      </a:srgbClr>
                    </a:gs>
                    <a:gs pos="100000">
                      <a:srgbClr val="CEB966">
                        <a:tint val="83000"/>
                        <a:satMod val="143000"/>
                      </a:srgbClr>
                    </a:gs>
                  </a:gsLst>
                  <a:lin ang="4800000" scaled="1"/>
                </a:gradFill>
                <a:latin typeface="Comic Sans MS"/>
              </a:rPr>
              <a:t>ukazovačka</a:t>
            </a:r>
            <a:endParaRPr lang="sk-SK" sz="4400" dirty="0" err="1">
              <a:latin typeface="Comic Sans M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62A8B5A-84ED-6F1C-0737-4D0AA7838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699" y="1363587"/>
            <a:ext cx="3445125" cy="51268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4578196" y="278784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>
                <a:hlinkClick r:id="rId2"/>
              </a:rPr>
              <a:t>Miro Jaroš - MOJE TELO (Oficiálny videoklip z DVD2)</a:t>
            </a:r>
            <a:endParaRPr lang="sk-SK" dirty="0"/>
          </a:p>
        </p:txBody>
      </p:sp>
      <p:sp>
        <p:nvSpPr>
          <p:cNvPr id="4" name="Nadpis 1">
            <a:extLst>
              <a:ext uri="{FF2B5EF4-FFF2-40B4-BE49-F238E27FC236}">
                <a16:creationId xmlns:a16="http://schemas.microsoft.com/office/drawing/2014/main" xmlns="" id="{CDBA8AD3-23F3-0AB5-6B1F-7E585469C04D}"/>
              </a:ext>
            </a:extLst>
          </p:cNvPr>
          <p:cNvSpPr txBox="1">
            <a:spLocks/>
          </p:cNvSpPr>
          <p:nvPr/>
        </p:nvSpPr>
        <p:spPr>
          <a:xfrm>
            <a:off x="459973" y="271284"/>
            <a:ext cx="8229600" cy="99407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100" b="1" kern="1200" cap="none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sk-SK" sz="4400" dirty="0">
                <a:gradFill>
                  <a:gsLst>
                    <a:gs pos="0">
                      <a:srgbClr val="CEB966">
                        <a:tint val="73000"/>
                        <a:satMod val="145000"/>
                      </a:srgbClr>
                    </a:gs>
                    <a:gs pos="73000">
                      <a:srgbClr val="CEB966">
                        <a:tint val="73000"/>
                        <a:satMod val="145000"/>
                      </a:srgbClr>
                    </a:gs>
                    <a:gs pos="100000">
                      <a:srgbClr val="CEB966">
                        <a:tint val="83000"/>
                        <a:satMod val="143000"/>
                      </a:srgbClr>
                    </a:gs>
                  </a:gsLst>
                  <a:lin ang="4800000" scaled="1"/>
                </a:gradFill>
                <a:latin typeface="Comic Sans MS"/>
              </a:rPr>
              <a:t>Pesnička</a:t>
            </a:r>
            <a:endParaRPr lang="sk-SK" sz="4400" dirty="0">
              <a:latin typeface="Comic Sans M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AF81E84-2930-9BAB-5B5E-09261F918E31}"/>
              </a:ext>
            </a:extLst>
          </p:cNvPr>
          <p:cNvSpPr txBox="1"/>
          <p:nvPr/>
        </p:nvSpPr>
        <p:spPr>
          <a:xfrm>
            <a:off x="1214141" y="1256826"/>
            <a:ext cx="671571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rgbClr val="FFFFFF"/>
                </a:solidFill>
                <a:latin typeface="Nunito"/>
                <a:ea typeface="Nunito"/>
                <a:cs typeface="Nunito"/>
              </a:rPr>
              <a:t>Zaspievaj si s Mirom Jarošom pesničku o ľudskom tele. môžeš si aj zatancovať.</a:t>
            </a:r>
            <a:endParaRPr lang="en-US">
              <a:solidFill>
                <a:srgbClr val="FFFFFF"/>
              </a:solidFill>
            </a:endParaRPr>
          </a:p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7" name="Picture 6" descr="FOTO: Miro Jaroš v EKOPARKU">
            <a:extLst>
              <a:ext uri="{FF2B5EF4-FFF2-40B4-BE49-F238E27FC236}">
                <a16:creationId xmlns:a16="http://schemas.microsoft.com/office/drawing/2014/main" xmlns="" id="{9AF9A576-3A71-E575-6DDA-B70AFDAAB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437" y="2650157"/>
            <a:ext cx="2970609" cy="37298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https://www.agatik.sk/data/editor/273sk_7_big.jpg?gcm_date=1590325815">
            <a:extLst>
              <a:ext uri="{FF2B5EF4-FFF2-40B4-BE49-F238E27FC236}">
                <a16:creationId xmlns:a16="http://schemas.microsoft.com/office/drawing/2014/main" xmlns="" id="{8A1D69AD-711A-0013-6F66-20B5FB94B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37244" y="1470262"/>
            <a:ext cx="3181350" cy="44386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D398919B-3586-FE37-12D6-0A553CEA4086}"/>
              </a:ext>
            </a:extLst>
          </p:cNvPr>
          <p:cNvSpPr txBox="1"/>
          <p:nvPr/>
        </p:nvSpPr>
        <p:spPr>
          <a:xfrm>
            <a:off x="4931699" y="1835440"/>
            <a:ext cx="4572000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Nunito"/>
                <a:ea typeface="Nunito"/>
                <a:cs typeface="Nunito"/>
              </a:rPr>
              <a:t>Mozog  riadi moje telo,</a:t>
            </a:r>
          </a:p>
          <a:p>
            <a:r>
              <a:rPr lang="en-US">
                <a:solidFill>
                  <a:srgbClr val="FFFFFF"/>
                </a:solidFill>
                <a:latin typeface="Nunito"/>
                <a:ea typeface="Nunito"/>
                <a:cs typeface="Nunito"/>
              </a:rPr>
              <a:t>uši počúvajú skvelo.</a:t>
            </a:r>
          </a:p>
          <a:p>
            <a:r>
              <a:rPr lang="en-US">
                <a:solidFill>
                  <a:srgbClr val="FFFFFF"/>
                </a:solidFill>
                <a:latin typeface="Nunito"/>
                <a:ea typeface="Nunito"/>
                <a:cs typeface="Nunito"/>
              </a:rPr>
              <a:t>Nosom voniam pekný kvet,</a:t>
            </a:r>
          </a:p>
          <a:p>
            <a:r>
              <a:rPr lang="en-US">
                <a:solidFill>
                  <a:srgbClr val="FFFFFF"/>
                </a:solidFill>
                <a:latin typeface="Nunito"/>
                <a:ea typeface="Nunito"/>
                <a:cs typeface="Nunito"/>
              </a:rPr>
              <a:t>oči vidia celý svet .</a:t>
            </a:r>
          </a:p>
          <a:p>
            <a:r>
              <a:rPr lang="en-US">
                <a:solidFill>
                  <a:srgbClr val="FFFFFF"/>
                </a:solidFill>
                <a:latin typeface="Nunito"/>
                <a:ea typeface="Nunito"/>
                <a:cs typeface="Nunito"/>
              </a:rPr>
              <a:t>Pod hlavou je krk malý,</a:t>
            </a:r>
          </a:p>
          <a:p>
            <a:r>
              <a:rPr lang="en-US">
                <a:solidFill>
                  <a:srgbClr val="FFFFFF"/>
                </a:solidFill>
                <a:latin typeface="Nunito"/>
                <a:ea typeface="Nunito"/>
                <a:cs typeface="Nunito"/>
              </a:rPr>
              <a:t>na rukách sú veľké svaly.</a:t>
            </a:r>
          </a:p>
          <a:p>
            <a:r>
              <a:rPr lang="en-US">
                <a:solidFill>
                  <a:srgbClr val="FFFFFF"/>
                </a:solidFill>
                <a:latin typeface="Nunito"/>
                <a:ea typeface="Nunito"/>
                <a:cs typeface="Nunito"/>
              </a:rPr>
              <a:t>Na nich máme prstov päť,</a:t>
            </a:r>
          </a:p>
          <a:p>
            <a:r>
              <a:rPr lang="en-US">
                <a:solidFill>
                  <a:srgbClr val="FFFFFF"/>
                </a:solidFill>
                <a:latin typeface="Nunito"/>
                <a:ea typeface="Nunito"/>
                <a:cs typeface="Nunito"/>
              </a:rPr>
              <a:t>spočítame všetko hneď.</a:t>
            </a:r>
          </a:p>
          <a:p>
            <a:r>
              <a:rPr lang="en-US">
                <a:solidFill>
                  <a:srgbClr val="FFFFFF"/>
                </a:solidFill>
                <a:latin typeface="Nunito"/>
                <a:ea typeface="Nunito"/>
                <a:cs typeface="Nunito"/>
              </a:rPr>
              <a:t>V hrudnom koši srdce máme,</a:t>
            </a:r>
          </a:p>
          <a:p>
            <a:r>
              <a:rPr lang="en-US">
                <a:solidFill>
                  <a:srgbClr val="FFFFFF"/>
                </a:solidFill>
                <a:latin typeface="Nunito"/>
                <a:ea typeface="Nunito"/>
                <a:cs typeface="Nunito"/>
              </a:rPr>
              <a:t>do bruška si jedlo dáme.</a:t>
            </a:r>
          </a:p>
          <a:p>
            <a:r>
              <a:rPr lang="en-US">
                <a:solidFill>
                  <a:srgbClr val="FFFFFF"/>
                </a:solidFill>
                <a:latin typeface="Nunito"/>
                <a:ea typeface="Nunito"/>
                <a:cs typeface="Nunito"/>
              </a:rPr>
              <a:t>Nohy skáču- kráčajú,</a:t>
            </a:r>
          </a:p>
          <a:p>
            <a:r>
              <a:rPr lang="en-US">
                <a:solidFill>
                  <a:srgbClr val="FFFFFF"/>
                </a:solidFill>
                <a:latin typeface="Nunito"/>
                <a:ea typeface="Nunito"/>
                <a:cs typeface="Nunito"/>
              </a:rPr>
              <a:t>obe radi  behajú. </a:t>
            </a:r>
          </a:p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Nadpis 1">
            <a:extLst>
              <a:ext uri="{FF2B5EF4-FFF2-40B4-BE49-F238E27FC236}">
                <a16:creationId xmlns:a16="http://schemas.microsoft.com/office/drawing/2014/main" xmlns="" id="{79ADC7C5-D9E5-9B60-86C3-35401DE6EC3B}"/>
              </a:ext>
            </a:extLst>
          </p:cNvPr>
          <p:cNvSpPr txBox="1">
            <a:spLocks/>
          </p:cNvSpPr>
          <p:nvPr/>
        </p:nvSpPr>
        <p:spPr>
          <a:xfrm>
            <a:off x="317690" y="252313"/>
            <a:ext cx="8229600" cy="99407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100" b="1" kern="1200" cap="none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sk-SK" sz="4400" dirty="0">
                <a:gradFill>
                  <a:gsLst>
                    <a:gs pos="0">
                      <a:srgbClr val="CEB966">
                        <a:tint val="73000"/>
                        <a:satMod val="145000"/>
                      </a:srgbClr>
                    </a:gs>
                    <a:gs pos="73000">
                      <a:srgbClr val="CEB966">
                        <a:tint val="73000"/>
                        <a:satMod val="145000"/>
                      </a:srgbClr>
                    </a:gs>
                    <a:gs pos="100000">
                      <a:srgbClr val="CEB966">
                        <a:tint val="83000"/>
                        <a:satMod val="143000"/>
                      </a:srgbClr>
                    </a:gs>
                  </a:gsLst>
                  <a:lin ang="4800000" scaled="1"/>
                </a:gradFill>
                <a:latin typeface="Comic Sans MS"/>
              </a:rPr>
              <a:t>Telo</a:t>
            </a:r>
            <a:endParaRPr lang="sk-SK" sz="4400" dirty="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pplause-383901">
            <a:hlinkClick r:id="" action="ppaction://media"/>
            <a:extLst>
              <a:ext uri="{FF2B5EF4-FFF2-40B4-BE49-F238E27FC236}">
                <a16:creationId xmlns:a16="http://schemas.microsoft.com/office/drawing/2014/main" xmlns="" id="{94BBA703-22FB-C0B5-1DD4-5E5CD01A75B0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xmlns="" r:embed="rId3"/>
              </p:ext>
            </p:extLst>
          </p:nvPr>
        </p:nvPicPr>
        <p:blipFill>
          <a:blip r:embed="rId4" cstate="print"/>
          <a:stretch>
            <a:fillRect/>
          </a:stretch>
        </p:blipFill>
        <p:spPr>
          <a:xfrm>
            <a:off x="716219" y="5311933"/>
            <a:ext cx="730250" cy="730250"/>
          </a:xfrm>
          <a:prstGeom prst="rect">
            <a:avLst/>
          </a:prstGeom>
        </p:spPr>
      </p:pic>
      <p:sp>
        <p:nvSpPr>
          <p:cNvPr id="1026" name="AutoShape 2" descr="20 Funny Finalists of the 2022 Comedy Wildlife Photo Awards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k-SK"/>
          </a:p>
        </p:txBody>
      </p:sp>
      <p:sp>
        <p:nvSpPr>
          <p:cNvPr id="1028" name="AutoShape 4" descr="20 Funny Finalists of the 2022 Comedy Wildlife Photo Awards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k-SK"/>
          </a:p>
        </p:txBody>
      </p:sp>
      <p:sp>
        <p:nvSpPr>
          <p:cNvPr id="1030" name="AutoShape 6" descr="20 Funny Finalists of the 2022 Comedy Wildlife Photo Awards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k-SK"/>
          </a:p>
        </p:txBody>
      </p:sp>
      <p:sp>
        <p:nvSpPr>
          <p:cNvPr id="1032" name="AutoShape 8" descr="20 Funny Finalists of the 2022 Comedy Wildlife Photo Awards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k-SK"/>
          </a:p>
        </p:txBody>
      </p:sp>
      <p:sp>
        <p:nvSpPr>
          <p:cNvPr id="1034" name="AutoShape 10" descr="20 Funny Finalists of the 2022 Comedy Wildlife Photo Awards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k-SK"/>
          </a:p>
        </p:txBody>
      </p:sp>
      <p:sp>
        <p:nvSpPr>
          <p:cNvPr id="1036" name="AutoShape 12" descr="20 Funny Finalists of the 2022 Comedy Wildlife Photo Awards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k-SK"/>
          </a:p>
        </p:txBody>
      </p:sp>
      <p:sp>
        <p:nvSpPr>
          <p:cNvPr id="1038" name="AutoShape 14" descr="20 Funny Finalists of the 2022 Comedy Wildlife Photo Awards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k-SK"/>
          </a:p>
        </p:txBody>
      </p:sp>
      <p:sp>
        <p:nvSpPr>
          <p:cNvPr id="10" name="TextovéPole 9"/>
          <p:cNvSpPr txBox="1"/>
          <p:nvPr/>
        </p:nvSpPr>
        <p:spPr>
          <a:xfrm>
            <a:off x="1000100" y="285728"/>
            <a:ext cx="72152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sz="4400" dirty="0">
                <a:latin typeface="Comic Sans MS" pitchFamily="66" charset="0"/>
              </a:rPr>
              <a:t>Ďakujem za pozornosť</a:t>
            </a:r>
          </a:p>
        </p:txBody>
      </p:sp>
      <p:pic>
        <p:nvPicPr>
          <p:cNvPr id="3" name="Picture 2" descr="Goodbye Transparent Image">
            <a:hlinkClick r:id="rId5" action="ppaction://hlinksldjump"/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357290" y="1285860"/>
            <a:ext cx="6072230" cy="472096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rchol">
  <a:themeElements>
    <a:clrScheme name="Vrchol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Vrchol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Vrchol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18</TotalTime>
  <Words>99</Words>
  <Application>Microsoft Office PowerPoint</Application>
  <PresentationFormat>Předvádění na obrazovce (4:3)</PresentationFormat>
  <Paragraphs>38</Paragraphs>
  <Slides>9</Slides>
  <Notes>0</Notes>
  <HiddenSlides>0</HiddenSlides>
  <MMClips>1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0" baseType="lpstr">
      <vt:lpstr>Vrchol</vt:lpstr>
      <vt:lpstr>Snímek 1</vt:lpstr>
      <vt:lpstr>Snímek 2</vt:lpstr>
      <vt:lpstr>Snímek 3</vt:lpstr>
      <vt:lpstr>Snímek 4</vt:lpstr>
      <vt:lpstr>Snímek 5</vt:lpstr>
      <vt:lpstr>Snímek 6</vt:lpstr>
      <vt:lpstr>Snímek 7</vt:lpstr>
      <vt:lpstr>Snímek 8</vt:lpstr>
      <vt:lpstr>Snímek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Snímek 1</dc:title>
  <dc:creator>PC</dc:creator>
  <cp:lastModifiedBy>PC</cp:lastModifiedBy>
  <cp:revision>207</cp:revision>
  <dcterms:created xsi:type="dcterms:W3CDTF">2025-12-30T11:29:30Z</dcterms:created>
  <dcterms:modified xsi:type="dcterms:W3CDTF">2025-12-30T13:02:39Z</dcterms:modified>
</cp:coreProperties>
</file>